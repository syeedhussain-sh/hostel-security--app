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13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1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 Security App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Hostel Security Monitoring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YOLOv8 detection  ·  Live dashboard  ·  Smart security chatbot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Hostels struggle with round-the-clock manual surveillance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Monitoring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58775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can't watch every camera feed 24/7 — incidents go unnoticed.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Entry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258775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Intruders and non-residents enter premises without detection.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55448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Area Breach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82803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into staff-only or restricted zones often goes unchecked.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2062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480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31520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Risk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482803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areas can exceed safe occupancy without any alert.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675120" cy="4846320"/>
          </a:xfrm>
          <a:prstGeom prst="roundRect">
            <a:avLst>
              <a:gd name="adj" fmla="val 188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smart security system that monitors hostel premises using live CCTV/webcam footage, detects suspicious activities using AI, generates real-time alerts, and gives wardens a dashboard with an AI security chatbot.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61188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046D7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61188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6118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(YOLOv8)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17880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046D7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17880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1788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Store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745736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046D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745736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7457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31266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046D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312664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531266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Q&amp;A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12801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417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49808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Types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0" y="28803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9808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44805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0" y="4617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498080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from live video to natural-language answers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468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OpenCV, YOLOv8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9020" y="2468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5890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292608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38404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Flask / FastAPI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14884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5020" y="2468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8750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521208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38404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Firebase / SQLite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214884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61020" y="2468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1610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749808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3800" y="38404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214884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47020" y="2468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4470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78408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29800" y="38404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/ Gemini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Detection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YOLOv8 + OpenCV watches for on every video frame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🧍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13639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&amp; live people count on every frame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874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21031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🚷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443484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Entry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313639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entry-line trips an alert on unauthorized crossing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21031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809244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92440" y="313639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areas flag entry the moment they're breached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434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37667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anyone lingering in a restricted zone too long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43434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612" dirty="0"/>
          </a:p>
        </p:txBody>
      </p:sp>
      <p:sp>
        <p:nvSpPr>
          <p:cNvPr id="27" name="Text 25"/>
          <p:cNvSpPr/>
          <p:nvPr/>
        </p:nvSpPr>
        <p:spPr>
          <a:xfrm>
            <a:off x="443484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34840" y="537667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once people count passes a safe threshold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92440" y="43434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1612" dirty="0"/>
          </a:p>
        </p:txBody>
      </p:sp>
      <p:sp>
        <p:nvSpPr>
          <p:cNvPr id="32" name="Text 30"/>
          <p:cNvSpPr/>
          <p:nvPr/>
        </p:nvSpPr>
        <p:spPr>
          <a:xfrm>
            <a:off x="809244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Logging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092440" y="537667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snapshot + event, time, confidence &amp; priority to DB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detection flows from the camera to the warden's screen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detects events 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CCTV / webcam feed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72968" y="320040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66160" y="21488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65760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stores alerts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serves REST endpoints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9048" y="320040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92240" y="21488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name, timestamp,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priority, image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25128" y="320040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418320" y="21488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3272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33272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0976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5548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UI shows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feed &amp; chatbot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APIs expose: current alerts · alert history · evidence images · live people count · security status · warden authentication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Dashboard, Secure Login &amp; AI Chatbot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warden needs, in one screen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0F2E33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0574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Warden Login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7033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authentication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wardens/admins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7091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72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security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8653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7373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CCTV monitoring window + real-time people 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4323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30428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notifications with priority levels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9992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87121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filterable alert history table + evidence viewer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5661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43814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+ browser notifications for critical events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4160520"/>
            <a:ext cx="6766560" cy="2057400"/>
          </a:xfrm>
          <a:prstGeom prst="roundRect">
            <a:avLst>
              <a:gd name="adj" fmla="val 5333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437083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4370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55778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Assistant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892040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155158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48920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there any intruder detection?"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5413248"/>
            <a:ext cx="5394960" cy="457200"/>
          </a:xfrm>
          <a:prstGeom prst="roundRect">
            <a:avLst>
              <a:gd name="adj" fmla="val 48000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54132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"Yes, an intruder alert was detected at 10:30 PM."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assistant, always available bottom-right of the app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 turns any webcam into a 24/7 intelligent security guard for hostel wardens.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6517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658368" y="34290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straight to warden's phone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6517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1690" dirty="0"/>
          </a:p>
        </p:txBody>
      </p:sp>
      <p:sp>
        <p:nvSpPr>
          <p:cNvPr id="13" name="Text 11"/>
          <p:cNvSpPr/>
          <p:nvPr/>
        </p:nvSpPr>
        <p:spPr>
          <a:xfrm>
            <a:off x="3493008" y="34290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0440" y="37947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detection across every hostel block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26517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90" dirty="0"/>
          </a:p>
        </p:txBody>
      </p:sp>
      <p:sp>
        <p:nvSpPr>
          <p:cNvPr id="18" name="Text 16"/>
          <p:cNvSpPr/>
          <p:nvPr/>
        </p:nvSpPr>
        <p:spPr>
          <a:xfrm>
            <a:off x="6327648" y="34290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Reports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7947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 automated security summaries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23774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0F2E33"/>
          </a:solidFill>
          <a:ln w="12700">
            <a:solidFill>
              <a:srgbClr val="1551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12680" y="26517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126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1690" dirty="0"/>
          </a:p>
        </p:txBody>
      </p:sp>
      <p:sp>
        <p:nvSpPr>
          <p:cNvPr id="23" name="Text 21"/>
          <p:cNvSpPr/>
          <p:nvPr/>
        </p:nvSpPr>
        <p:spPr>
          <a:xfrm>
            <a:off x="9162288" y="34290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89720" y="37947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known residents vs. strangers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Security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BATMAN 🦇</cp:lastModifiedBy>
  <cp:revision>1</cp:revision>
  <dcterms:created xsi:type="dcterms:W3CDTF">2026-07-23T00:16:28Z</dcterms:created>
  <dcterms:modified xsi:type="dcterms:W3CDTF">2026-07-23T00:22:47Z</dcterms:modified>
</cp:coreProperties>
</file>